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8" r:id="rId4"/>
    <p:sldId id="260" r:id="rId5"/>
    <p:sldId id="261" r:id="rId6"/>
    <p:sldId id="268" r:id="rId7"/>
    <p:sldId id="262" r:id="rId8"/>
    <p:sldId id="263" r:id="rId9"/>
    <p:sldId id="265" r:id="rId10"/>
    <p:sldId id="266" r:id="rId11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A4A60-42D9-4F65-B6AF-34E98B6C0A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32E5DE-ACA3-831C-034B-2E7E91C4CF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90290-D581-DC93-0AA5-3E5A6C1C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7AE2F-5508-606C-CBEA-C2A5CE583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18C5B-F72E-1D31-92EC-BD21ABEF2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009435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BFEEE-AF24-67CC-6246-F3305EB4C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CB4B6-D098-FBFF-9770-0DC15FD3F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1ABFA-66A6-D3D5-DCE8-84CEAEC7D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B2E0C-FB92-E585-BC21-5BE1E9EC1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ED924-61F0-E177-1B56-1F861E9E3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36615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8DC8B-4A9C-6073-7025-DACE5AFDC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441DD-B894-12FD-C8E2-B0E232582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64746-7B94-39BF-0181-E49952099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2E317-D7B9-C92B-C99A-0F8C1C51A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4D727-B03D-9F9C-E92F-C5DBEB070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466981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A156A-37D7-9996-1471-705348EE8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6E8B5-5B4D-BBAE-2EF2-6146A9270F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6D6955-062A-EC5B-B464-5469BC5DB3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C75040-DE7E-980E-28A1-2B7E5D288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D2D793-AED6-FF97-0E37-A17850DA6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B4AC1D-6E75-431A-8C5B-8F3CF27F8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454940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86B11-AAC2-12CD-605F-6A7378978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BA2D19-0E6E-D0BC-7375-C8D4D9EEF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6663C5-8B0B-C2E0-DA30-C92E3461DD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652675-41C1-FBC1-C879-EE6CBD4741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51B498-8E91-022E-D807-923BE4CC66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A5D9E6-FFE1-78F9-55D9-9792F1241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E02515-B75D-5007-109A-36E352C11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0B9C16-060F-D42E-7277-9DF8F62A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01230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AE17-A4F4-8B51-EE7A-29CF44175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127B3-ABEC-CCD8-F24D-FA156B10A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C75D1F-8784-031F-D278-790FE1530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FF1039-2853-183B-192D-26539922C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50522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6AAA9E-790D-5D64-1FCC-99A78CCA3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C8F85E-6CC7-2982-8A4B-088CBE20A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38857-47D6-DAF5-3D92-57395D13B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230547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D49B0-104B-D248-F2BF-84298A2C0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46C88-CF74-6151-C12D-9F1413D0CD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4DDCC9-1292-35B9-1C35-5FD9A72F16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0E73E3-D393-C337-451E-94546085B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BBAF9-EBEC-5C80-20FD-37B61ADAC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83471D-3231-F3DA-42A1-F86D4DC79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227298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062C-4466-6BA8-C73E-9E1174C25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0089C0-94E7-9595-114F-E045390AED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2DBEC7-C996-ADBB-EDE3-16B6FC97F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E299B9-1845-D81A-E490-D04C200A5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F30F4-3F2D-0E90-49AF-5F44B4389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AEBC28-C13A-F1EA-1F60-A7D50B1F1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784907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FC36B-2B3D-1DA9-B25A-F5FA9A11B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AE587-4FFE-32CD-D06E-4C9D6D76BE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86FB15-CB32-5E94-0357-4EE5C4141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86982-C15F-27FE-053F-C41298C7B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EFB1A0-7F51-511A-66AA-7B155B419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76404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951049-4496-C9A6-DD47-FCAB288DA4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739E4C-0654-870A-E91B-0F6ADFD20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1724A-E55B-91EA-6747-4C266CF1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D039CF-3E8E-F683-BD32-53B7C53A6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8E1CA-5049-9325-920A-8DD3BBD12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11271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6B89CC-8280-FFED-917A-9E0465634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E3B5A-D6B7-3BE1-311C-24F8458A1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9733C-6133-244C-DAA6-D5B7A7CB16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F0A0C-90E2-49D5-83AA-233529F3DE7B}" type="datetimeFigureOut">
              <a:rPr lang="el-GR" smtClean="0"/>
              <a:t>6/12/2025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7B864-F448-85F1-85ED-9CC57E77A0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C3046-7AE2-AE2B-6EE9-25273A2A5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78185B-4061-4D4F-AFFA-55DD6F9187CF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68623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package" Target="../embeddings/Microsoft_Excel_Worksheet1.xlsx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FFAF8-FCDF-13F3-48C0-BEAC25B705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BigBlue</a:t>
            </a:r>
            <a:endParaRPr lang="el-G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BAA5AB-4495-86D2-D14F-82B9A36C7C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PROJECT 1</a:t>
            </a:r>
          </a:p>
          <a:p>
            <a:r>
              <a:rPr lang="en-US" dirty="0"/>
              <a:t>By </a:t>
            </a:r>
          </a:p>
          <a:p>
            <a:r>
              <a:rPr lang="en-US" dirty="0"/>
              <a:t>Lama Katerina</a:t>
            </a:r>
          </a:p>
          <a:p>
            <a:r>
              <a:rPr lang="en-US" dirty="0" err="1"/>
              <a:t>Polydoros</a:t>
            </a:r>
            <a:r>
              <a:rPr lang="en-US" dirty="0"/>
              <a:t> Manos</a:t>
            </a:r>
          </a:p>
          <a:p>
            <a:r>
              <a:rPr lang="en-US" dirty="0" err="1"/>
              <a:t>Mamatsopoulos</a:t>
            </a:r>
            <a:r>
              <a:rPr lang="en-US" dirty="0"/>
              <a:t> Themis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1568751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FA35A-CCDF-0024-290E-20F99FEE5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subject</a:t>
            </a:r>
            <a:endParaRPr lang="el-G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5ECE1-D8B8-0BDC-CF1A-96BAAD46C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Amazon Sales</a:t>
            </a:r>
          </a:p>
          <a:p>
            <a:pPr lvl="1"/>
            <a:r>
              <a:rPr lang="en-US" dirty="0"/>
              <a:t>Between 01/01/2020 and 29/12/2024</a:t>
            </a:r>
          </a:p>
          <a:p>
            <a:r>
              <a:rPr lang="en-US" dirty="0"/>
              <a:t>Which countries are the sales deployed ?</a:t>
            </a:r>
          </a:p>
          <a:p>
            <a:r>
              <a:rPr lang="en-US" dirty="0"/>
              <a:t>What is the distribution of each country to Sales</a:t>
            </a:r>
          </a:p>
          <a:p>
            <a:r>
              <a:rPr lang="en-US" dirty="0"/>
              <a:t>How are orders dispersed into countries</a:t>
            </a:r>
          </a:p>
          <a:p>
            <a:r>
              <a:rPr lang="en-US" dirty="0"/>
              <a:t>Product categories</a:t>
            </a:r>
          </a:p>
          <a:p>
            <a:pPr lvl="1"/>
            <a:r>
              <a:rPr lang="en-US" dirty="0"/>
              <a:t>How are they ranked through sales?</a:t>
            </a:r>
          </a:p>
          <a:p>
            <a:pPr lvl="1"/>
            <a:r>
              <a:rPr lang="en-US" dirty="0"/>
              <a:t>How are orders distributed trough categories</a:t>
            </a:r>
          </a:p>
          <a:p>
            <a:r>
              <a:rPr lang="en-US" dirty="0"/>
              <a:t>Categorized sales per Country</a:t>
            </a:r>
          </a:p>
          <a:p>
            <a:pPr lvl="1"/>
            <a:endParaRPr lang="en-US" dirty="0"/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99983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68C97-87B1-88BB-E7AA-3C646CAE6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per Country (figures)</a:t>
            </a:r>
            <a:endParaRPr lang="el-GR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2FB31E5-5B7F-7345-C479-AFAD9C69A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2949189"/>
              </p:ext>
            </p:extLst>
          </p:nvPr>
        </p:nvGraphicFramePr>
        <p:xfrm>
          <a:off x="399282" y="1690688"/>
          <a:ext cx="4114799" cy="3241675"/>
        </p:xfrm>
        <a:graphic>
          <a:graphicData uri="http://schemas.openxmlformats.org/drawingml/2006/table">
            <a:tbl>
              <a:tblPr/>
              <a:tblGrid>
                <a:gridCol w="1663025">
                  <a:extLst>
                    <a:ext uri="{9D8B030D-6E8A-4147-A177-3AD203B41FA5}">
                      <a16:colId xmlns:a16="http://schemas.microsoft.com/office/drawing/2014/main" val="3695241811"/>
                    </a:ext>
                  </a:extLst>
                </a:gridCol>
                <a:gridCol w="1396941">
                  <a:extLst>
                    <a:ext uri="{9D8B030D-6E8A-4147-A177-3AD203B41FA5}">
                      <a16:colId xmlns:a16="http://schemas.microsoft.com/office/drawing/2014/main" val="3073871140"/>
                    </a:ext>
                  </a:extLst>
                </a:gridCol>
                <a:gridCol w="1054833">
                  <a:extLst>
                    <a:ext uri="{9D8B030D-6E8A-4147-A177-3AD203B41FA5}">
                      <a16:colId xmlns:a16="http://schemas.microsoft.com/office/drawing/2014/main" val="1419788570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County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Total Amount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0070C0"/>
                          </a:solidFill>
                          <a:effectLst/>
                          <a:latin typeface="Arial" panose="020B0604020202020204" pitchFamily="34" charset="0"/>
                        </a:rPr>
                        <a:t>Number of orders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113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989569"/>
                  </a:ext>
                </a:extLst>
              </a:tr>
              <a:tr h="50736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United States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$47,935,105.93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52265</a:t>
                      </a:r>
                    </a:p>
                  </a:txBody>
                  <a:tcPr marL="9525" marR="3429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4571415"/>
                  </a:ext>
                </a:extLst>
              </a:tr>
              <a:tr h="50736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India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$10,383,463.02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11310</a:t>
                      </a:r>
                    </a:p>
                  </a:txBody>
                  <a:tcPr marL="9525" marR="3429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889711"/>
                  </a:ext>
                </a:extLst>
              </a:tr>
              <a:tr h="50736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Canada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$3,924,934.67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4306</a:t>
                      </a:r>
                    </a:p>
                  </a:txBody>
                  <a:tcPr marL="9525" marR="3429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962209"/>
                  </a:ext>
                </a:extLst>
              </a:tr>
              <a:tr h="50736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United Kingdom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$3,316,230.45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3654</a:t>
                      </a:r>
                    </a:p>
                  </a:txBody>
                  <a:tcPr marL="9525" marR="3429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602288"/>
                  </a:ext>
                </a:extLst>
              </a:tr>
              <a:tr h="50736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Australia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$2,812,943.03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l-G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3093</a:t>
                      </a:r>
                    </a:p>
                  </a:txBody>
                  <a:tcPr marL="9525" marR="3429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216107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B6FBF27C-E7A8-1D6C-57A5-543129105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97"/>
          <a:stretch>
            <a:fillRect/>
          </a:stretch>
        </p:blipFill>
        <p:spPr>
          <a:xfrm>
            <a:off x="4952999" y="1604455"/>
            <a:ext cx="6513576" cy="45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309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95A33-0892-C47F-D815-5C39AA36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Countries contribution to sales (pie)</a:t>
            </a:r>
            <a:endParaRPr lang="el-G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34B775-0D3E-0B10-E8EA-EEAD57A6F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71011"/>
            <a:ext cx="5562600" cy="5562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E72312-0486-7FF3-46DB-9E4EBD6061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1791" y="1371595"/>
            <a:ext cx="4572009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73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FF0A2-46D7-B26F-357C-F3D279C58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98392" cy="4664075"/>
          </a:xfrm>
        </p:spPr>
        <p:txBody>
          <a:bodyPr/>
          <a:lstStyle/>
          <a:p>
            <a:r>
              <a:rPr lang="en-US" dirty="0"/>
              <a:t>United States Sales figures</a:t>
            </a:r>
            <a:endParaRPr lang="el-GR" dirty="0"/>
          </a:p>
        </p:txBody>
      </p:sp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ABC0974B-F903-886A-357B-117FD4FA422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0238262"/>
              </p:ext>
            </p:extLst>
          </p:nvPr>
        </p:nvGraphicFramePr>
        <p:xfrm>
          <a:off x="4736592" y="390525"/>
          <a:ext cx="4133850" cy="6076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134002" imgH="6076894" progId="Excel.Sheet.12">
                  <p:embed/>
                </p:oleObj>
              </mc:Choice>
              <mc:Fallback>
                <p:oleObj name="Worksheet" r:id="rId2" imgW="4134002" imgH="607689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736592" y="390525"/>
                        <a:ext cx="4133850" cy="6076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28363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38F5-C8DF-F736-20A8-C2D03F8D7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EE9F9-A3DD-C799-0178-1C870CE61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United States Sales view</a:t>
            </a:r>
            <a:endParaRPr lang="el-G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1810F-69CE-3CF8-F7CC-48B239E3B0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50018"/>
            <a:ext cx="12192000" cy="541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755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B7D64-A6E6-7108-A57C-0ACD497B1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D9CE5-F7D2-ABAB-9BC6-F138CE7B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per Product Category</a:t>
            </a:r>
            <a:endParaRPr lang="el-GR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E797868A-968F-A1D1-E46B-F42D1A8324D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4371730"/>
              </p:ext>
            </p:extLst>
          </p:nvPr>
        </p:nvGraphicFramePr>
        <p:xfrm>
          <a:off x="554355" y="1557337"/>
          <a:ext cx="4591050" cy="3743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591202" imgH="3743258" progId="Excel.Sheet.12">
                  <p:embed/>
                </p:oleObj>
              </mc:Choice>
              <mc:Fallback>
                <p:oleObj name="Worksheet" r:id="rId2" imgW="4591202" imgH="374325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54355" y="1557337"/>
                        <a:ext cx="4591050" cy="37433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516C574-C02A-DA14-313C-791ACBAAD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622" y="1347947"/>
            <a:ext cx="4591050" cy="459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385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48356-4131-D633-D221-2D416207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4A089-D685-2386-E416-1C7B3F347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per Category</a:t>
            </a:r>
            <a:endParaRPr lang="el-G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81A67C-B89F-177E-9CCC-0E4674088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59162"/>
            <a:ext cx="12192000" cy="541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03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7B2A-9E11-E9CB-6C38-93440D368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NEXT</a:t>
            </a:r>
            <a:endParaRPr lang="el-G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E298B-AC3C-8972-7FEF-9EF80D970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What are the lowest sales?</a:t>
            </a:r>
          </a:p>
          <a:p>
            <a:pPr lvl="1"/>
            <a:r>
              <a:rPr lang="en-US" dirty="0"/>
              <a:t>Per Country?</a:t>
            </a:r>
          </a:p>
          <a:p>
            <a:pPr lvl="1"/>
            <a:r>
              <a:rPr lang="en-US" dirty="0"/>
              <a:t>Per Category?</a:t>
            </a:r>
          </a:p>
          <a:p>
            <a:pPr lvl="1"/>
            <a:r>
              <a:rPr lang="en-US" dirty="0"/>
              <a:t>Category per Country?</a:t>
            </a:r>
          </a:p>
          <a:p>
            <a:endParaRPr lang="en-US" dirty="0"/>
          </a:p>
          <a:p>
            <a:r>
              <a:rPr lang="en-US" dirty="0"/>
              <a:t>What is the best strategy to follow?</a:t>
            </a:r>
          </a:p>
          <a:p>
            <a:pPr lvl="1"/>
            <a:r>
              <a:rPr lang="en-US" dirty="0"/>
              <a:t>Empower further our strong countries / categories</a:t>
            </a:r>
          </a:p>
          <a:p>
            <a:pPr lvl="1"/>
            <a:r>
              <a:rPr lang="en-US" dirty="0"/>
              <a:t>Boost sales in week countries / categories</a:t>
            </a:r>
          </a:p>
          <a:p>
            <a:pPr lvl="1"/>
            <a:r>
              <a:rPr lang="en-US" dirty="0"/>
              <a:t>Target new countries with old or new product categories</a:t>
            </a:r>
          </a:p>
          <a:p>
            <a:pPr lvl="1"/>
            <a:endParaRPr lang="en-US" dirty="0"/>
          </a:p>
          <a:p>
            <a:r>
              <a:rPr lang="en-US" dirty="0"/>
              <a:t>A further analysis should be appointed</a:t>
            </a:r>
          </a:p>
          <a:p>
            <a:pPr lvl="1"/>
            <a:r>
              <a:rPr lang="en-US" dirty="0"/>
              <a:t>For further insights extraction</a:t>
            </a:r>
          </a:p>
          <a:p>
            <a:r>
              <a:rPr lang="en-US" dirty="0"/>
              <a:t>For data-driven decisions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043844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60030-C10A-38D3-53EB-646E3718A1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l-G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92F1FB-EDD2-00D8-8473-625BEA9DA5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FOR YOUR ATTENTION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681836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185</Words>
  <Application>Microsoft Office PowerPoint</Application>
  <PresentationFormat>Widescreen</PresentationFormat>
  <Paragraphs>59</Paragraphs>
  <Slides>10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Segoe UI</vt:lpstr>
      <vt:lpstr>Office Theme</vt:lpstr>
      <vt:lpstr>Microsoft Excel Worksheet</vt:lpstr>
      <vt:lpstr>BigBlue</vt:lpstr>
      <vt:lpstr>The subject</vt:lpstr>
      <vt:lpstr>Sales per Country (figures)</vt:lpstr>
      <vt:lpstr>Countries contribution to sales (pie)</vt:lpstr>
      <vt:lpstr>United States Sales figures</vt:lpstr>
      <vt:lpstr>United States Sales view</vt:lpstr>
      <vt:lpstr>Sales per Product Category</vt:lpstr>
      <vt:lpstr>Sales per Category</vt:lpstr>
      <vt:lpstr>What’s NEXT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Themis</dc:creator>
  <cp:lastModifiedBy>Themis</cp:lastModifiedBy>
  <cp:revision>5</cp:revision>
  <dcterms:created xsi:type="dcterms:W3CDTF">2025-12-06T09:45:39Z</dcterms:created>
  <dcterms:modified xsi:type="dcterms:W3CDTF">2025-12-06T12:33:23Z</dcterms:modified>
</cp:coreProperties>
</file>